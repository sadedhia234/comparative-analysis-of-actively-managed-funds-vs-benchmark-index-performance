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Pahuja" userId="22bf4d8dd1fba98d" providerId="LiveId" clId="{7EB1A461-FCF6-4293-B4F1-2723AD6BCE16}"/>
    <pc:docChg chg="undo redo custSel addSld delSld modSld sldOrd">
      <pc:chgData name="Divya Pahuja" userId="22bf4d8dd1fba98d" providerId="LiveId" clId="{7EB1A461-FCF6-4293-B4F1-2723AD6BCE16}" dt="2024-12-01T23:45:15.970" v="1051" actId="20577"/>
      <pc:docMkLst>
        <pc:docMk/>
      </pc:docMkLst>
      <pc:sldChg chg="modSp mod">
        <pc:chgData name="Divya Pahuja" userId="22bf4d8dd1fba98d" providerId="LiveId" clId="{7EB1A461-FCF6-4293-B4F1-2723AD6BCE16}" dt="2024-12-01T22:12:06.460" v="505" actId="20577"/>
        <pc:sldMkLst>
          <pc:docMk/>
          <pc:sldMk cId="349238882" sldId="256"/>
        </pc:sldMkLst>
        <pc:spChg chg="mod">
          <ac:chgData name="Divya Pahuja" userId="22bf4d8dd1fba98d" providerId="LiveId" clId="{7EB1A461-FCF6-4293-B4F1-2723AD6BCE16}" dt="2024-12-01T20:41:02.364" v="11" actId="113"/>
          <ac:spMkLst>
            <pc:docMk/>
            <pc:sldMk cId="349238882" sldId="256"/>
            <ac:spMk id="2" creationId="{132B0153-38AE-C2FB-B8D5-35363CDECD1C}"/>
          </ac:spMkLst>
        </pc:spChg>
        <pc:spChg chg="mod">
          <ac:chgData name="Divya Pahuja" userId="22bf4d8dd1fba98d" providerId="LiveId" clId="{7EB1A461-FCF6-4293-B4F1-2723AD6BCE16}" dt="2024-12-01T22:12:06.460" v="505" actId="20577"/>
          <ac:spMkLst>
            <pc:docMk/>
            <pc:sldMk cId="349238882" sldId="256"/>
            <ac:spMk id="7" creationId="{96FF963D-1278-437D-B029-96E4A698C0A0}"/>
          </ac:spMkLst>
        </pc:spChg>
      </pc:sldChg>
      <pc:sldChg chg="modSp mod">
        <pc:chgData name="Divya Pahuja" userId="22bf4d8dd1fba98d" providerId="LiveId" clId="{7EB1A461-FCF6-4293-B4F1-2723AD6BCE16}" dt="2024-12-01T22:19:59.852" v="565"/>
        <pc:sldMkLst>
          <pc:docMk/>
          <pc:sldMk cId="1889460938" sldId="257"/>
        </pc:sldMkLst>
        <pc:spChg chg="mod">
          <ac:chgData name="Divya Pahuja" userId="22bf4d8dd1fba98d" providerId="LiveId" clId="{7EB1A461-FCF6-4293-B4F1-2723AD6BCE16}" dt="2024-12-01T20:40:56.986" v="10" actId="113"/>
          <ac:spMkLst>
            <pc:docMk/>
            <pc:sldMk cId="1889460938" sldId="257"/>
            <ac:spMk id="2" creationId="{F7452FEC-68A6-F684-5258-CA9AC036C6F0}"/>
          </ac:spMkLst>
        </pc:spChg>
        <pc:spChg chg="mod">
          <ac:chgData name="Divya Pahuja" userId="22bf4d8dd1fba98d" providerId="LiveId" clId="{7EB1A461-FCF6-4293-B4F1-2723AD6BCE16}" dt="2024-12-01T21:19:47.120" v="149" actId="20577"/>
          <ac:spMkLst>
            <pc:docMk/>
            <pc:sldMk cId="1889460938" sldId="257"/>
            <ac:spMk id="3" creationId="{81E542CE-AEC3-3EED-DF5B-3F30F7D13C4F}"/>
          </ac:spMkLst>
        </pc:spChg>
        <pc:spChg chg="mod">
          <ac:chgData name="Divya Pahuja" userId="22bf4d8dd1fba98d" providerId="LiveId" clId="{7EB1A461-FCF6-4293-B4F1-2723AD6BCE16}" dt="2024-12-01T22:19:59.852" v="565"/>
          <ac:spMkLst>
            <pc:docMk/>
            <pc:sldMk cId="1889460938" sldId="257"/>
            <ac:spMk id="5" creationId="{FB6F381F-1906-A503-7EDB-E24F5996CD27}"/>
          </ac:spMkLst>
        </pc:spChg>
        <pc:spChg chg="mod">
          <ac:chgData name="Divya Pahuja" userId="22bf4d8dd1fba98d" providerId="LiveId" clId="{7EB1A461-FCF6-4293-B4F1-2723AD6BCE16}" dt="2024-12-01T21:20:13.310" v="152" actId="14100"/>
          <ac:spMkLst>
            <pc:docMk/>
            <pc:sldMk cId="1889460938" sldId="257"/>
            <ac:spMk id="7" creationId="{A1262FDD-7D83-9803-9917-D21AA9798A96}"/>
          </ac:spMkLst>
        </pc:spChg>
      </pc:sldChg>
      <pc:sldChg chg="modSp mod">
        <pc:chgData name="Divya Pahuja" userId="22bf4d8dd1fba98d" providerId="LiveId" clId="{7EB1A461-FCF6-4293-B4F1-2723AD6BCE16}" dt="2024-12-01T21:20:39.927" v="154" actId="1076"/>
        <pc:sldMkLst>
          <pc:docMk/>
          <pc:sldMk cId="1155003350" sldId="258"/>
        </pc:sldMkLst>
        <pc:spChg chg="mod">
          <ac:chgData name="Divya Pahuja" userId="22bf4d8dd1fba98d" providerId="LiveId" clId="{7EB1A461-FCF6-4293-B4F1-2723AD6BCE16}" dt="2024-12-01T20:49:41.693" v="39" actId="1076"/>
          <ac:spMkLst>
            <pc:docMk/>
            <pc:sldMk cId="1155003350" sldId="258"/>
            <ac:spMk id="2" creationId="{CCC15F53-9D0C-CB8A-904B-E4233FC2949F}"/>
          </ac:spMkLst>
        </pc:spChg>
        <pc:spChg chg="mod">
          <ac:chgData name="Divya Pahuja" userId="22bf4d8dd1fba98d" providerId="LiveId" clId="{7EB1A461-FCF6-4293-B4F1-2723AD6BCE16}" dt="2024-12-01T21:20:39.927" v="154" actId="1076"/>
          <ac:spMkLst>
            <pc:docMk/>
            <pc:sldMk cId="1155003350" sldId="258"/>
            <ac:spMk id="3" creationId="{8BC91317-9023-0EAF-ABD8-18D176EC5168}"/>
          </ac:spMkLst>
        </pc:spChg>
        <pc:spChg chg="mod">
          <ac:chgData name="Divya Pahuja" userId="22bf4d8dd1fba98d" providerId="LiveId" clId="{7EB1A461-FCF6-4293-B4F1-2723AD6BCE16}" dt="2024-12-01T21:20:34.025" v="153" actId="1076"/>
          <ac:spMkLst>
            <pc:docMk/>
            <pc:sldMk cId="1155003350" sldId="258"/>
            <ac:spMk id="9" creationId="{5916EC79-E625-8D37-533F-B2B7EB3D4394}"/>
          </ac:spMkLst>
        </pc:spChg>
      </pc:sldChg>
      <pc:sldChg chg="addSp delSp modSp mod">
        <pc:chgData name="Divya Pahuja" userId="22bf4d8dd1fba98d" providerId="LiveId" clId="{7EB1A461-FCF6-4293-B4F1-2723AD6BCE16}" dt="2024-12-01T22:38:34.529" v="669" actId="14100"/>
        <pc:sldMkLst>
          <pc:docMk/>
          <pc:sldMk cId="1560041921" sldId="259"/>
        </pc:sldMkLst>
        <pc:spChg chg="del mod">
          <ac:chgData name="Divya Pahuja" userId="22bf4d8dd1fba98d" providerId="LiveId" clId="{7EB1A461-FCF6-4293-B4F1-2723AD6BCE16}" dt="2024-12-01T22:38:18.480" v="663" actId="21"/>
          <ac:spMkLst>
            <pc:docMk/>
            <pc:sldMk cId="1560041921" sldId="259"/>
            <ac:spMk id="2" creationId="{2E67B661-3B6F-38BF-4FE7-39A501C9CFEB}"/>
          </ac:spMkLst>
        </pc:spChg>
        <pc:spChg chg="del">
          <ac:chgData name="Divya Pahuja" userId="22bf4d8dd1fba98d" providerId="LiveId" clId="{7EB1A461-FCF6-4293-B4F1-2723AD6BCE16}" dt="2024-12-01T22:38:01.484" v="658" actId="21"/>
          <ac:spMkLst>
            <pc:docMk/>
            <pc:sldMk cId="1560041921" sldId="259"/>
            <ac:spMk id="3" creationId="{268F216B-2210-2CBB-F0EB-01F8F9CA446B}"/>
          </ac:spMkLst>
        </pc:spChg>
        <pc:spChg chg="add mod">
          <ac:chgData name="Divya Pahuja" userId="22bf4d8dd1fba98d" providerId="LiveId" clId="{7EB1A461-FCF6-4293-B4F1-2723AD6BCE16}" dt="2024-12-01T22:38:02.220" v="659"/>
          <ac:spMkLst>
            <pc:docMk/>
            <pc:sldMk cId="1560041921" sldId="259"/>
            <ac:spMk id="4" creationId="{268F216B-2210-2CBB-F0EB-01F8F9CA446B}"/>
          </ac:spMkLst>
        </pc:spChg>
        <pc:picChg chg="add mod">
          <ac:chgData name="Divya Pahuja" userId="22bf4d8dd1fba98d" providerId="LiveId" clId="{7EB1A461-FCF6-4293-B4F1-2723AD6BCE16}" dt="2024-12-01T22:38:34.529" v="669" actId="14100"/>
          <ac:picMkLst>
            <pc:docMk/>
            <pc:sldMk cId="1560041921" sldId="259"/>
            <ac:picMk id="6" creationId="{2852311B-CB81-7492-EE63-0B094457F9D9}"/>
          </ac:picMkLst>
        </pc:picChg>
      </pc:sldChg>
      <pc:sldChg chg="modSp mod ord setBg">
        <pc:chgData name="Divya Pahuja" userId="22bf4d8dd1fba98d" providerId="LiveId" clId="{7EB1A461-FCF6-4293-B4F1-2723AD6BCE16}" dt="2024-12-01T22:12:15.567" v="508" actId="20578"/>
        <pc:sldMkLst>
          <pc:docMk/>
          <pc:sldMk cId="3643206044" sldId="260"/>
        </pc:sldMkLst>
        <pc:spChg chg="mod">
          <ac:chgData name="Divya Pahuja" userId="22bf4d8dd1fba98d" providerId="LiveId" clId="{7EB1A461-FCF6-4293-B4F1-2723AD6BCE16}" dt="2024-12-01T20:40:02.510" v="5" actId="255"/>
          <ac:spMkLst>
            <pc:docMk/>
            <pc:sldMk cId="3643206044" sldId="260"/>
            <ac:spMk id="2" creationId="{4148CC83-6A81-5C33-9BB8-EFDB7ECFC090}"/>
          </ac:spMkLst>
        </pc:spChg>
        <pc:spChg chg="mod">
          <ac:chgData name="Divya Pahuja" userId="22bf4d8dd1fba98d" providerId="LiveId" clId="{7EB1A461-FCF6-4293-B4F1-2723AD6BCE16}" dt="2024-12-01T20:51:06.577" v="48" actId="20577"/>
          <ac:spMkLst>
            <pc:docMk/>
            <pc:sldMk cId="3643206044" sldId="260"/>
            <ac:spMk id="3" creationId="{362BA093-8477-689B-6C9A-6DF35876D870}"/>
          </ac:spMkLst>
        </pc:spChg>
      </pc:sldChg>
      <pc:sldChg chg="modSp mod">
        <pc:chgData name="Divya Pahuja" userId="22bf4d8dd1fba98d" providerId="LiveId" clId="{7EB1A461-FCF6-4293-B4F1-2723AD6BCE16}" dt="2024-12-01T22:12:20.772" v="510" actId="20577"/>
        <pc:sldMkLst>
          <pc:docMk/>
          <pc:sldMk cId="4231029842" sldId="261"/>
        </pc:sldMkLst>
        <pc:spChg chg="mod">
          <ac:chgData name="Divya Pahuja" userId="22bf4d8dd1fba98d" providerId="LiveId" clId="{7EB1A461-FCF6-4293-B4F1-2723AD6BCE16}" dt="2024-12-01T20:52:42.198" v="70" actId="1076"/>
          <ac:spMkLst>
            <pc:docMk/>
            <pc:sldMk cId="4231029842" sldId="261"/>
            <ac:spMk id="2" creationId="{4619BF82-07A1-8CEB-1ADD-3465880C51ED}"/>
          </ac:spMkLst>
        </pc:spChg>
        <pc:spChg chg="mod">
          <ac:chgData name="Divya Pahuja" userId="22bf4d8dd1fba98d" providerId="LiveId" clId="{7EB1A461-FCF6-4293-B4F1-2723AD6BCE16}" dt="2024-12-01T22:12:20.772" v="510" actId="20577"/>
          <ac:spMkLst>
            <pc:docMk/>
            <pc:sldMk cId="4231029842" sldId="261"/>
            <ac:spMk id="3" creationId="{93AA84EC-7899-C0D8-AA02-162DCB0D91E0}"/>
          </ac:spMkLst>
        </pc:spChg>
      </pc:sldChg>
      <pc:sldChg chg="addSp modSp mod">
        <pc:chgData name="Divya Pahuja" userId="22bf4d8dd1fba98d" providerId="LiveId" clId="{7EB1A461-FCF6-4293-B4F1-2723AD6BCE16}" dt="2024-12-01T21:22:43.747" v="195" actId="1076"/>
        <pc:sldMkLst>
          <pc:docMk/>
          <pc:sldMk cId="1138431621" sldId="262"/>
        </pc:sldMkLst>
        <pc:spChg chg="mod">
          <ac:chgData name="Divya Pahuja" userId="22bf4d8dd1fba98d" providerId="LiveId" clId="{7EB1A461-FCF6-4293-B4F1-2723AD6BCE16}" dt="2024-12-01T20:53:10.101" v="73" actId="113"/>
          <ac:spMkLst>
            <pc:docMk/>
            <pc:sldMk cId="1138431621" sldId="262"/>
            <ac:spMk id="2" creationId="{37154693-3A13-64C9-BABD-B39EC79B83F6}"/>
          </ac:spMkLst>
        </pc:spChg>
        <pc:spChg chg="mod">
          <ac:chgData name="Divya Pahuja" userId="22bf4d8dd1fba98d" providerId="LiveId" clId="{7EB1A461-FCF6-4293-B4F1-2723AD6BCE16}" dt="2024-12-01T21:22:34.386" v="194" actId="20577"/>
          <ac:spMkLst>
            <pc:docMk/>
            <pc:sldMk cId="1138431621" sldId="262"/>
            <ac:spMk id="3" creationId="{AC47AE02-FBF3-7E5E-5BE4-2B5313594DA8}"/>
          </ac:spMkLst>
        </pc:spChg>
        <pc:spChg chg="add mod">
          <ac:chgData name="Divya Pahuja" userId="22bf4d8dd1fba98d" providerId="LiveId" clId="{7EB1A461-FCF6-4293-B4F1-2723AD6BCE16}" dt="2024-12-01T21:22:03.703" v="188" actId="14100"/>
          <ac:spMkLst>
            <pc:docMk/>
            <pc:sldMk cId="1138431621" sldId="262"/>
            <ac:spMk id="4" creationId="{EAF513FA-5DC8-4B0E-2B5C-CB6CC1C9967C}"/>
          </ac:spMkLst>
        </pc:spChg>
        <pc:spChg chg="add mod">
          <ac:chgData name="Divya Pahuja" userId="22bf4d8dd1fba98d" providerId="LiveId" clId="{7EB1A461-FCF6-4293-B4F1-2723AD6BCE16}" dt="2024-12-01T21:22:43.747" v="195" actId="1076"/>
          <ac:spMkLst>
            <pc:docMk/>
            <pc:sldMk cId="1138431621" sldId="262"/>
            <ac:spMk id="5" creationId="{C8917DFC-FC9B-AA30-1FFB-2B29C18522BE}"/>
          </ac:spMkLst>
        </pc:spChg>
      </pc:sldChg>
      <pc:sldChg chg="addSp delSp modSp mod">
        <pc:chgData name="Divya Pahuja" userId="22bf4d8dd1fba98d" providerId="LiveId" clId="{7EB1A461-FCF6-4293-B4F1-2723AD6BCE16}" dt="2024-12-01T22:36:16.748" v="657" actId="14100"/>
        <pc:sldMkLst>
          <pc:docMk/>
          <pc:sldMk cId="353313015" sldId="263"/>
        </pc:sldMkLst>
        <pc:spChg chg="mod">
          <ac:chgData name="Divya Pahuja" userId="22bf4d8dd1fba98d" providerId="LiveId" clId="{7EB1A461-FCF6-4293-B4F1-2723AD6BCE16}" dt="2024-12-01T22:30:36.246" v="620" actId="1076"/>
          <ac:spMkLst>
            <pc:docMk/>
            <pc:sldMk cId="353313015" sldId="263"/>
            <ac:spMk id="2" creationId="{9FE4775A-23B6-FFC5-B851-D103F2E75468}"/>
          </ac:spMkLst>
        </pc:spChg>
        <pc:spChg chg="del mod">
          <ac:chgData name="Divya Pahuja" userId="22bf4d8dd1fba98d" providerId="LiveId" clId="{7EB1A461-FCF6-4293-B4F1-2723AD6BCE16}" dt="2024-12-01T22:28:17.214" v="595"/>
          <ac:spMkLst>
            <pc:docMk/>
            <pc:sldMk cId="353313015" sldId="263"/>
            <ac:spMk id="3" creationId="{D9AC853D-F7A1-4995-C3B0-90F9B6CC529C}"/>
          </ac:spMkLst>
        </pc:spChg>
        <pc:spChg chg="add del mod">
          <ac:chgData name="Divya Pahuja" userId="22bf4d8dd1fba98d" providerId="LiveId" clId="{7EB1A461-FCF6-4293-B4F1-2723AD6BCE16}" dt="2024-12-01T22:30:28.633" v="618"/>
          <ac:spMkLst>
            <pc:docMk/>
            <pc:sldMk cId="353313015" sldId="263"/>
            <ac:spMk id="7" creationId="{6BBA4577-19A3-174C-6056-11B709220071}"/>
          </ac:spMkLst>
        </pc:spChg>
        <pc:picChg chg="add del mod">
          <ac:chgData name="Divya Pahuja" userId="22bf4d8dd1fba98d" providerId="LiveId" clId="{7EB1A461-FCF6-4293-B4F1-2723AD6BCE16}" dt="2024-12-01T22:28:41.982" v="596" actId="21"/>
          <ac:picMkLst>
            <pc:docMk/>
            <pc:sldMk cId="353313015" sldId="263"/>
            <ac:picMk id="5" creationId="{308FD76F-800E-7EA1-2A55-B48450493EE0}"/>
          </ac:picMkLst>
        </pc:picChg>
        <pc:picChg chg="add mod">
          <ac:chgData name="Divya Pahuja" userId="22bf4d8dd1fba98d" providerId="LiveId" clId="{7EB1A461-FCF6-4293-B4F1-2723AD6BCE16}" dt="2024-12-01T22:30:06.549" v="617"/>
          <ac:picMkLst>
            <pc:docMk/>
            <pc:sldMk cId="353313015" sldId="263"/>
            <ac:picMk id="9" creationId="{F223F4D5-9D67-D128-5DEF-BBBAFDFD943F}"/>
          </ac:picMkLst>
        </pc:picChg>
        <pc:picChg chg="add mod">
          <ac:chgData name="Divya Pahuja" userId="22bf4d8dd1fba98d" providerId="LiveId" clId="{7EB1A461-FCF6-4293-B4F1-2723AD6BCE16}" dt="2024-12-01T22:36:16.748" v="657" actId="14100"/>
          <ac:picMkLst>
            <pc:docMk/>
            <pc:sldMk cId="353313015" sldId="263"/>
            <ac:picMk id="11" creationId="{47A76245-F42A-EED0-2D6D-EA66F9AD0B61}"/>
          </ac:picMkLst>
        </pc:picChg>
      </pc:sldChg>
      <pc:sldChg chg="addSp delSp modSp mod">
        <pc:chgData name="Divya Pahuja" userId="22bf4d8dd1fba98d" providerId="LiveId" clId="{7EB1A461-FCF6-4293-B4F1-2723AD6BCE16}" dt="2024-12-01T23:43:05.926" v="1037" actId="14100"/>
        <pc:sldMkLst>
          <pc:docMk/>
          <pc:sldMk cId="3679712359" sldId="264"/>
        </pc:sldMkLst>
        <pc:spChg chg="mod">
          <ac:chgData name="Divya Pahuja" userId="22bf4d8dd1fba98d" providerId="LiveId" clId="{7EB1A461-FCF6-4293-B4F1-2723AD6BCE16}" dt="2024-12-01T22:29:19.205" v="607" actId="1076"/>
          <ac:spMkLst>
            <pc:docMk/>
            <pc:sldMk cId="3679712359" sldId="264"/>
            <ac:spMk id="2" creationId="{64B034B3-C428-A6AF-8694-0D1947C5A284}"/>
          </ac:spMkLst>
        </pc:spChg>
        <pc:spChg chg="del mod">
          <ac:chgData name="Divya Pahuja" userId="22bf4d8dd1fba98d" providerId="LiveId" clId="{7EB1A461-FCF6-4293-B4F1-2723AD6BCE16}" dt="2024-12-01T22:29:05.321" v="603" actId="21"/>
          <ac:spMkLst>
            <pc:docMk/>
            <pc:sldMk cId="3679712359" sldId="264"/>
            <ac:spMk id="3" creationId="{73330D88-241E-C3B1-ABFA-DE8A956E1D6F}"/>
          </ac:spMkLst>
        </pc:spChg>
        <pc:spChg chg="add mod">
          <ac:chgData name="Divya Pahuja" userId="22bf4d8dd1fba98d" providerId="LiveId" clId="{7EB1A461-FCF6-4293-B4F1-2723AD6BCE16}" dt="2024-12-01T22:32:27.591" v="645" actId="255"/>
          <ac:spMkLst>
            <pc:docMk/>
            <pc:sldMk cId="3679712359" sldId="264"/>
            <ac:spMk id="4" creationId="{0438DAA0-B0DC-A232-65E1-C73EE30C099C}"/>
          </ac:spMkLst>
        </pc:spChg>
        <pc:spChg chg="add mod">
          <ac:chgData name="Divya Pahuja" userId="22bf4d8dd1fba98d" providerId="LiveId" clId="{7EB1A461-FCF6-4293-B4F1-2723AD6BCE16}" dt="2024-12-01T22:32:36.153" v="647" actId="1076"/>
          <ac:spMkLst>
            <pc:docMk/>
            <pc:sldMk cId="3679712359" sldId="264"/>
            <ac:spMk id="6" creationId="{EE533324-967C-16CF-21EE-7DEF3396043E}"/>
          </ac:spMkLst>
        </pc:spChg>
        <pc:picChg chg="add mod">
          <ac:chgData name="Divya Pahuja" userId="22bf4d8dd1fba98d" providerId="LiveId" clId="{7EB1A461-FCF6-4293-B4F1-2723AD6BCE16}" dt="2024-12-01T23:43:05.926" v="1037" actId="14100"/>
          <ac:picMkLst>
            <pc:docMk/>
            <pc:sldMk cId="3679712359" sldId="264"/>
            <ac:picMk id="5" creationId="{308FD76F-800E-7EA1-2A55-B48450493EE0}"/>
          </ac:picMkLst>
        </pc:picChg>
      </pc:sldChg>
      <pc:sldChg chg="addSp delSp modSp mod">
        <pc:chgData name="Divya Pahuja" userId="22bf4d8dd1fba98d" providerId="LiveId" clId="{7EB1A461-FCF6-4293-B4F1-2723AD6BCE16}" dt="2024-12-01T23:44:30.886" v="1049" actId="14100"/>
        <pc:sldMkLst>
          <pc:docMk/>
          <pc:sldMk cId="2125941662" sldId="265"/>
        </pc:sldMkLst>
        <pc:spChg chg="del mod">
          <ac:chgData name="Divya Pahuja" userId="22bf4d8dd1fba98d" providerId="LiveId" clId="{7EB1A461-FCF6-4293-B4F1-2723AD6BCE16}" dt="2024-12-01T23:44:01.531" v="1039" actId="21"/>
          <ac:spMkLst>
            <pc:docMk/>
            <pc:sldMk cId="2125941662" sldId="265"/>
            <ac:spMk id="2" creationId="{4890D00E-20F5-62AD-EFCA-BA8119C5CD88}"/>
          </ac:spMkLst>
        </pc:spChg>
        <pc:spChg chg="del">
          <ac:chgData name="Divya Pahuja" userId="22bf4d8dd1fba98d" providerId="LiveId" clId="{7EB1A461-FCF6-4293-B4F1-2723AD6BCE16}" dt="2024-12-01T23:44:02.895" v="1040"/>
          <ac:spMkLst>
            <pc:docMk/>
            <pc:sldMk cId="2125941662" sldId="265"/>
            <ac:spMk id="3" creationId="{7B0D7BB8-3B95-FA30-DBD9-CA01C981584C}"/>
          </ac:spMkLst>
        </pc:spChg>
        <pc:spChg chg="add del mod">
          <ac:chgData name="Divya Pahuja" userId="22bf4d8dd1fba98d" providerId="LiveId" clId="{7EB1A461-FCF6-4293-B4F1-2723AD6BCE16}" dt="2024-12-01T23:44:08.516" v="1041"/>
          <ac:spMkLst>
            <pc:docMk/>
            <pc:sldMk cId="2125941662" sldId="265"/>
            <ac:spMk id="4" creationId="{4890D00E-20F5-62AD-EFCA-BA8119C5CD88}"/>
          </ac:spMkLst>
        </pc:spChg>
        <pc:picChg chg="add mod">
          <ac:chgData name="Divya Pahuja" userId="22bf4d8dd1fba98d" providerId="LiveId" clId="{7EB1A461-FCF6-4293-B4F1-2723AD6BCE16}" dt="2024-12-01T23:44:30.886" v="1049" actId="14100"/>
          <ac:picMkLst>
            <pc:docMk/>
            <pc:sldMk cId="2125941662" sldId="265"/>
            <ac:picMk id="6" creationId="{F4196171-7944-2A08-60AB-F77382310FB6}"/>
          </ac:picMkLst>
        </pc:picChg>
      </pc:sldChg>
      <pc:sldChg chg="modSp mod">
        <pc:chgData name="Divya Pahuja" userId="22bf4d8dd1fba98d" providerId="LiveId" clId="{7EB1A461-FCF6-4293-B4F1-2723AD6BCE16}" dt="2024-12-01T23:45:15.970" v="1051" actId="20577"/>
        <pc:sldMkLst>
          <pc:docMk/>
          <pc:sldMk cId="1587098849" sldId="266"/>
        </pc:sldMkLst>
        <pc:spChg chg="mod">
          <ac:chgData name="Divya Pahuja" userId="22bf4d8dd1fba98d" providerId="LiveId" clId="{7EB1A461-FCF6-4293-B4F1-2723AD6BCE16}" dt="2024-12-01T23:45:15.970" v="1051" actId="20577"/>
          <ac:spMkLst>
            <pc:docMk/>
            <pc:sldMk cId="1587098849" sldId="266"/>
            <ac:spMk id="2" creationId="{86CC2CE2-9EC9-E9B2-2162-B3F1E6B7D432}"/>
          </ac:spMkLst>
        </pc:spChg>
        <pc:spChg chg="mod">
          <ac:chgData name="Divya Pahuja" userId="22bf4d8dd1fba98d" providerId="LiveId" clId="{7EB1A461-FCF6-4293-B4F1-2723AD6BCE16}" dt="2024-12-01T22:06:47.564" v="440" actId="20577"/>
          <ac:spMkLst>
            <pc:docMk/>
            <pc:sldMk cId="1587098849" sldId="266"/>
            <ac:spMk id="3" creationId="{B5F30EFB-68BB-5E33-1261-0B1E87609F79}"/>
          </ac:spMkLst>
        </pc:spChg>
      </pc:sldChg>
      <pc:sldChg chg="modSp mod">
        <pc:chgData name="Divya Pahuja" userId="22bf4d8dd1fba98d" providerId="LiveId" clId="{7EB1A461-FCF6-4293-B4F1-2723AD6BCE16}" dt="2024-12-01T21:30:43.700" v="284" actId="113"/>
        <pc:sldMkLst>
          <pc:docMk/>
          <pc:sldMk cId="2270555122" sldId="267"/>
        </pc:sldMkLst>
        <pc:spChg chg="mod">
          <ac:chgData name="Divya Pahuja" userId="22bf4d8dd1fba98d" providerId="LiveId" clId="{7EB1A461-FCF6-4293-B4F1-2723AD6BCE16}" dt="2024-12-01T21:30:43.700" v="284" actId="113"/>
          <ac:spMkLst>
            <pc:docMk/>
            <pc:sldMk cId="2270555122" sldId="267"/>
            <ac:spMk id="2" creationId="{13AE2E91-304B-2FC1-CC20-C17C030A2032}"/>
          </ac:spMkLst>
        </pc:spChg>
        <pc:spChg chg="mod">
          <ac:chgData name="Divya Pahuja" userId="22bf4d8dd1fba98d" providerId="LiveId" clId="{7EB1A461-FCF6-4293-B4F1-2723AD6BCE16}" dt="2024-12-01T21:30:32.752" v="283" actId="1076"/>
          <ac:spMkLst>
            <pc:docMk/>
            <pc:sldMk cId="2270555122" sldId="267"/>
            <ac:spMk id="3" creationId="{9848F330-E280-5120-FD86-79BC9032A574}"/>
          </ac:spMkLst>
        </pc:spChg>
      </pc:sldChg>
      <pc:sldChg chg="addSp delSp modSp mod">
        <pc:chgData name="Divya Pahuja" userId="22bf4d8dd1fba98d" providerId="LiveId" clId="{7EB1A461-FCF6-4293-B4F1-2723AD6BCE16}" dt="2024-12-01T22:10:28.155" v="477" actId="14734"/>
        <pc:sldMkLst>
          <pc:docMk/>
          <pc:sldMk cId="1954405157" sldId="268"/>
        </pc:sldMkLst>
        <pc:spChg chg="mod">
          <ac:chgData name="Divya Pahuja" userId="22bf4d8dd1fba98d" providerId="LiveId" clId="{7EB1A461-FCF6-4293-B4F1-2723AD6BCE16}" dt="2024-12-01T22:09:59.418" v="471" actId="1076"/>
          <ac:spMkLst>
            <pc:docMk/>
            <pc:sldMk cId="1954405157" sldId="268"/>
            <ac:spMk id="2" creationId="{732D9F4E-9005-5694-4B1A-6D5622FE4D47}"/>
          </ac:spMkLst>
        </pc:spChg>
        <pc:spChg chg="del mod">
          <ac:chgData name="Divya Pahuja" userId="22bf4d8dd1fba98d" providerId="LiveId" clId="{7EB1A461-FCF6-4293-B4F1-2723AD6BCE16}" dt="2024-12-01T21:38:45.548" v="355" actId="478"/>
          <ac:spMkLst>
            <pc:docMk/>
            <pc:sldMk cId="1954405157" sldId="268"/>
            <ac:spMk id="3" creationId="{AF6D93E8-144A-D9A8-7FE6-B4CCFEC939E7}"/>
          </ac:spMkLst>
        </pc:spChg>
        <pc:graphicFrameChg chg="add mod modGraphic">
          <ac:chgData name="Divya Pahuja" userId="22bf4d8dd1fba98d" providerId="LiveId" clId="{7EB1A461-FCF6-4293-B4F1-2723AD6BCE16}" dt="2024-12-01T22:10:28.155" v="477" actId="14734"/>
          <ac:graphicFrameMkLst>
            <pc:docMk/>
            <pc:sldMk cId="1954405157" sldId="268"/>
            <ac:graphicFrameMk id="4" creationId="{4D799F59-AE61-D36C-DAC6-019DD6DD4607}"/>
          </ac:graphicFrameMkLst>
        </pc:graphicFrameChg>
        <pc:graphicFrameChg chg="add mod modGraphic">
          <ac:chgData name="Divya Pahuja" userId="22bf4d8dd1fba98d" providerId="LiveId" clId="{7EB1A461-FCF6-4293-B4F1-2723AD6BCE16}" dt="2024-12-01T22:09:36.697" v="466" actId="14734"/>
          <ac:graphicFrameMkLst>
            <pc:docMk/>
            <pc:sldMk cId="1954405157" sldId="268"/>
            <ac:graphicFrameMk id="5" creationId="{46402E89-2B35-AF3E-ACBC-863C5280DEE9}"/>
          </ac:graphicFrameMkLst>
        </pc:graphicFrameChg>
        <pc:graphicFrameChg chg="add mod modGraphic">
          <ac:chgData name="Divya Pahuja" userId="22bf4d8dd1fba98d" providerId="LiveId" clId="{7EB1A461-FCF6-4293-B4F1-2723AD6BCE16}" dt="2024-12-01T22:09:28.682" v="464" actId="14734"/>
          <ac:graphicFrameMkLst>
            <pc:docMk/>
            <pc:sldMk cId="1954405157" sldId="268"/>
            <ac:graphicFrameMk id="6" creationId="{9D9B4BF2-B825-45B7-1FE4-B70728DFAD83}"/>
          </ac:graphicFrameMkLst>
        </pc:graphicFrameChg>
      </pc:sldChg>
      <pc:sldChg chg="addSp delSp modSp mod">
        <pc:chgData name="Divya Pahuja" userId="22bf4d8dd1fba98d" providerId="LiveId" clId="{7EB1A461-FCF6-4293-B4F1-2723AD6BCE16}" dt="2024-12-01T23:40:24.800" v="1030" actId="14100"/>
        <pc:sldMkLst>
          <pc:docMk/>
          <pc:sldMk cId="2815671768" sldId="269"/>
        </pc:sldMkLst>
        <pc:spChg chg="del mod">
          <ac:chgData name="Divya Pahuja" userId="22bf4d8dd1fba98d" providerId="LiveId" clId="{7EB1A461-FCF6-4293-B4F1-2723AD6BCE16}" dt="2024-12-01T22:25:04.100" v="568" actId="21"/>
          <ac:spMkLst>
            <pc:docMk/>
            <pc:sldMk cId="2815671768" sldId="269"/>
            <ac:spMk id="2" creationId="{F12DF6B9-B6CC-8223-4A51-93B09D02D772}"/>
          </ac:spMkLst>
        </pc:spChg>
        <pc:spChg chg="del">
          <ac:chgData name="Divya Pahuja" userId="22bf4d8dd1fba98d" providerId="LiveId" clId="{7EB1A461-FCF6-4293-B4F1-2723AD6BCE16}" dt="2024-12-01T22:24:52.999" v="566"/>
          <ac:spMkLst>
            <pc:docMk/>
            <pc:sldMk cId="2815671768" sldId="269"/>
            <ac:spMk id="3" creationId="{808F0FCA-51C2-15AC-257E-419ECBC47895}"/>
          </ac:spMkLst>
        </pc:spChg>
        <pc:spChg chg="add mod">
          <ac:chgData name="Divya Pahuja" userId="22bf4d8dd1fba98d" providerId="LiveId" clId="{7EB1A461-FCF6-4293-B4F1-2723AD6BCE16}" dt="2024-12-01T22:58:02.599" v="736" actId="1076"/>
          <ac:spMkLst>
            <pc:docMk/>
            <pc:sldMk cId="2815671768" sldId="269"/>
            <ac:spMk id="6" creationId="{C0175F05-BB2E-C86C-1420-B79B205481DC}"/>
          </ac:spMkLst>
        </pc:spChg>
        <pc:spChg chg="add del mod">
          <ac:chgData name="Divya Pahuja" userId="22bf4d8dd1fba98d" providerId="LiveId" clId="{7EB1A461-FCF6-4293-B4F1-2723AD6BCE16}" dt="2024-12-01T23:40:07.561" v="1024"/>
          <ac:spMkLst>
            <pc:docMk/>
            <pc:sldMk cId="2815671768" sldId="269"/>
            <ac:spMk id="8" creationId="{6115B3A5-B414-D10F-2B74-1928665177A3}"/>
          </ac:spMkLst>
        </pc:spChg>
        <pc:picChg chg="add del mod">
          <ac:chgData name="Divya Pahuja" userId="22bf4d8dd1fba98d" providerId="LiveId" clId="{7EB1A461-FCF6-4293-B4F1-2723AD6BCE16}" dt="2024-12-01T23:39:27.705" v="1022" actId="478"/>
          <ac:picMkLst>
            <pc:docMk/>
            <pc:sldMk cId="2815671768" sldId="269"/>
            <ac:picMk id="5" creationId="{A05BE72F-CC45-8CFA-CEAE-6EB62ADEB91C}"/>
          </ac:picMkLst>
        </pc:picChg>
        <pc:picChg chg="add mod">
          <ac:chgData name="Divya Pahuja" userId="22bf4d8dd1fba98d" providerId="LiveId" clId="{7EB1A461-FCF6-4293-B4F1-2723AD6BCE16}" dt="2024-12-01T23:40:24.800" v="1030" actId="14100"/>
          <ac:picMkLst>
            <pc:docMk/>
            <pc:sldMk cId="2815671768" sldId="269"/>
            <ac:picMk id="10" creationId="{F0AFC174-FE7D-02C0-3FF4-5A68488A07E7}"/>
          </ac:picMkLst>
        </pc:picChg>
      </pc:sldChg>
      <pc:sldChg chg="addSp delSp modSp mod">
        <pc:chgData name="Divya Pahuja" userId="22bf4d8dd1fba98d" providerId="LiveId" clId="{7EB1A461-FCF6-4293-B4F1-2723AD6BCE16}" dt="2024-12-01T23:40:42.657" v="1036" actId="14100"/>
        <pc:sldMkLst>
          <pc:docMk/>
          <pc:sldMk cId="1908280009" sldId="270"/>
        </pc:sldMkLst>
        <pc:spChg chg="del mod">
          <ac:chgData name="Divya Pahuja" userId="22bf4d8dd1fba98d" providerId="LiveId" clId="{7EB1A461-FCF6-4293-B4F1-2723AD6BCE16}" dt="2024-12-01T22:25:57.732" v="575" actId="21"/>
          <ac:spMkLst>
            <pc:docMk/>
            <pc:sldMk cId="1908280009" sldId="270"/>
            <ac:spMk id="2" creationId="{4F79BFDC-D0BB-0133-8D1B-F7645509407F}"/>
          </ac:spMkLst>
        </pc:spChg>
        <pc:spChg chg="del mod">
          <ac:chgData name="Divya Pahuja" userId="22bf4d8dd1fba98d" providerId="LiveId" clId="{7EB1A461-FCF6-4293-B4F1-2723AD6BCE16}" dt="2024-12-01T22:26:29.722" v="577"/>
          <ac:spMkLst>
            <pc:docMk/>
            <pc:sldMk cId="1908280009" sldId="270"/>
            <ac:spMk id="3" creationId="{65BC5D99-294C-EEF4-17E1-41D0FCB354CD}"/>
          </ac:spMkLst>
        </pc:spChg>
        <pc:spChg chg="add del mod">
          <ac:chgData name="Divya Pahuja" userId="22bf4d8dd1fba98d" providerId="LiveId" clId="{7EB1A461-FCF6-4293-B4F1-2723AD6BCE16}" dt="2024-12-01T22:26:43.947" v="580" actId="21"/>
          <ac:spMkLst>
            <pc:docMk/>
            <pc:sldMk cId="1908280009" sldId="270"/>
            <ac:spMk id="5" creationId="{AF180B17-4722-0522-58DD-CBB6088027F0}"/>
          </ac:spMkLst>
        </pc:spChg>
        <pc:spChg chg="add del mod">
          <ac:chgData name="Divya Pahuja" userId="22bf4d8dd1fba98d" providerId="LiveId" clId="{7EB1A461-FCF6-4293-B4F1-2723AD6BCE16}" dt="2024-12-01T23:39:54.523" v="1023"/>
          <ac:spMkLst>
            <pc:docMk/>
            <pc:sldMk cId="1908280009" sldId="270"/>
            <ac:spMk id="9" creationId="{DACA5DC5-1528-CCAB-2562-69E009334084}"/>
          </ac:spMkLst>
        </pc:spChg>
        <pc:picChg chg="add del mod">
          <ac:chgData name="Divya Pahuja" userId="22bf4d8dd1fba98d" providerId="LiveId" clId="{7EB1A461-FCF6-4293-B4F1-2723AD6BCE16}" dt="2024-12-01T23:39:24.165" v="1021" actId="478"/>
          <ac:picMkLst>
            <pc:docMk/>
            <pc:sldMk cId="1908280009" sldId="270"/>
            <ac:picMk id="7" creationId="{79977258-CAFA-1A9C-D61B-BEFC687BE055}"/>
          </ac:picMkLst>
        </pc:picChg>
        <pc:picChg chg="add mod">
          <ac:chgData name="Divya Pahuja" userId="22bf4d8dd1fba98d" providerId="LiveId" clId="{7EB1A461-FCF6-4293-B4F1-2723AD6BCE16}" dt="2024-12-01T23:40:42.657" v="1036" actId="14100"/>
          <ac:picMkLst>
            <pc:docMk/>
            <pc:sldMk cId="1908280009" sldId="270"/>
            <ac:picMk id="11" creationId="{543BDD5B-2CA3-5D86-E263-B34B867DB694}"/>
          </ac:picMkLst>
        </pc:picChg>
      </pc:sldChg>
      <pc:sldChg chg="modSp mod">
        <pc:chgData name="Divya Pahuja" userId="22bf4d8dd1fba98d" providerId="LiveId" clId="{7EB1A461-FCF6-4293-B4F1-2723AD6BCE16}" dt="2024-12-01T23:06:39.967" v="740" actId="20577"/>
        <pc:sldMkLst>
          <pc:docMk/>
          <pc:sldMk cId="28344414" sldId="271"/>
        </pc:sldMkLst>
        <pc:spChg chg="mod">
          <ac:chgData name="Divya Pahuja" userId="22bf4d8dd1fba98d" providerId="LiveId" clId="{7EB1A461-FCF6-4293-B4F1-2723AD6BCE16}" dt="2024-12-01T22:11:03.387" v="480" actId="113"/>
          <ac:spMkLst>
            <pc:docMk/>
            <pc:sldMk cId="28344414" sldId="271"/>
            <ac:spMk id="2" creationId="{6EB48BA6-748F-DE45-D47C-1DCD952FD317}"/>
          </ac:spMkLst>
        </pc:spChg>
        <pc:spChg chg="mod">
          <ac:chgData name="Divya Pahuja" userId="22bf4d8dd1fba98d" providerId="LiveId" clId="{7EB1A461-FCF6-4293-B4F1-2723AD6BCE16}" dt="2024-12-01T23:06:39.967" v="740" actId="20577"/>
          <ac:spMkLst>
            <pc:docMk/>
            <pc:sldMk cId="28344414" sldId="271"/>
            <ac:spMk id="3" creationId="{DED74F08-FC42-AF1C-4F9F-4CB0D7968DD0}"/>
          </ac:spMkLst>
        </pc:spChg>
      </pc:sldChg>
      <pc:sldChg chg="new del">
        <pc:chgData name="Divya Pahuja" userId="22bf4d8dd1fba98d" providerId="LiveId" clId="{7EB1A461-FCF6-4293-B4F1-2723AD6BCE16}" dt="2024-12-01T21:18:51.320" v="115" actId="680"/>
        <pc:sldMkLst>
          <pc:docMk/>
          <pc:sldMk cId="840153700" sldId="272"/>
        </pc:sldMkLst>
      </pc:sldChg>
      <pc:sldChg chg="addSp modSp new mod">
        <pc:chgData name="Divya Pahuja" userId="22bf4d8dd1fba98d" providerId="LiveId" clId="{7EB1A461-FCF6-4293-B4F1-2723AD6BCE16}" dt="2024-12-01T23:25:52.340" v="1020" actId="20577"/>
        <pc:sldMkLst>
          <pc:docMk/>
          <pc:sldMk cId="1494878183" sldId="272"/>
        </pc:sldMkLst>
        <pc:spChg chg="mod">
          <ac:chgData name="Divya Pahuja" userId="22bf4d8dd1fba98d" providerId="LiveId" clId="{7EB1A461-FCF6-4293-B4F1-2723AD6BCE16}" dt="2024-12-01T22:46:13.344" v="711" actId="113"/>
          <ac:spMkLst>
            <pc:docMk/>
            <pc:sldMk cId="1494878183" sldId="272"/>
            <ac:spMk id="2" creationId="{7391DAB2-7187-8C99-0BBB-72012E4D5FA9}"/>
          </ac:spMkLst>
        </pc:spChg>
        <pc:spChg chg="mod">
          <ac:chgData name="Divya Pahuja" userId="22bf4d8dd1fba98d" providerId="LiveId" clId="{7EB1A461-FCF6-4293-B4F1-2723AD6BCE16}" dt="2024-12-01T23:25:52.340" v="1020" actId="20577"/>
          <ac:spMkLst>
            <pc:docMk/>
            <pc:sldMk cId="1494878183" sldId="272"/>
            <ac:spMk id="3" creationId="{B0DD02BF-7308-C7A2-E3C6-273F0BCD5C9F}"/>
          </ac:spMkLst>
        </pc:spChg>
        <pc:spChg chg="add">
          <ac:chgData name="Divya Pahuja" userId="22bf4d8dd1fba98d" providerId="LiveId" clId="{7EB1A461-FCF6-4293-B4F1-2723AD6BCE16}" dt="2024-12-01T23:08:31.519" v="771"/>
          <ac:spMkLst>
            <pc:docMk/>
            <pc:sldMk cId="1494878183" sldId="272"/>
            <ac:spMk id="4" creationId="{A47E1C6E-D60A-654C-B0EA-C984FE17A7CF}"/>
          </ac:spMkLst>
        </pc:spChg>
      </pc:sldChg>
      <pc:sldChg chg="new del">
        <pc:chgData name="Divya Pahuja" userId="22bf4d8dd1fba98d" providerId="LiveId" clId="{7EB1A461-FCF6-4293-B4F1-2723AD6BCE16}" dt="2024-12-01T22:42:46.935" v="673" actId="680"/>
        <pc:sldMkLst>
          <pc:docMk/>
          <pc:sldMk cId="223691075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A36B7-81F4-4B76-A5C9-CA552EE51AD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28B21-A44D-425B-AF60-8F98776C6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3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8B21-A44D-425B-AF60-8F98776C6B4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655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28B21-A44D-425B-AF60-8F98776C6B4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11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7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6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2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4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0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1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76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7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20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076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0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27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54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07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D06E3E-756F-694D-83E5-A21800884E3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382184C-B84E-2A42-8D78-6CDD8F6C6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10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://127.0.0.1:8050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0153-38AE-C2FB-B8D5-35363CDEC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496" y="1039581"/>
            <a:ext cx="10984007" cy="238760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Actively Managed Funds vs Benchmark Index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D32B6-C9E8-43B6-5348-9514D8133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3D288-B804-21BC-6489-8FE6AB982015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F963D-1278-437D-B029-96E4A698C0A0}"/>
              </a:ext>
            </a:extLst>
          </p:cNvPr>
          <p:cNvSpPr txBox="1"/>
          <p:nvPr/>
        </p:nvSpPr>
        <p:spPr>
          <a:xfrm>
            <a:off x="5213517" y="5238450"/>
            <a:ext cx="20080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Presented By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65A9B-9F88-B6F0-EB0F-0F869168BB23}"/>
              </a:ext>
            </a:extLst>
          </p:cNvPr>
          <p:cNvSpPr txBox="1"/>
          <p:nvPr/>
        </p:nvSpPr>
        <p:spPr>
          <a:xfrm>
            <a:off x="5397223" y="5745594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Saloni </a:t>
            </a:r>
            <a:r>
              <a:rPr lang="en-US" sz="18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Dedhia</a:t>
            </a:r>
            <a:endParaRPr lang="en-US" sz="1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3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2FEC-68A6-F684-5258-CA9AC036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88244"/>
            <a:ext cx="9464040" cy="132556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F381F-1906-A503-7EDB-E24F5996C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7177" y="1847124"/>
            <a:ext cx="4811332" cy="460763"/>
          </a:xfr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Fund -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Fidelity Contrafund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542CE-AEC3-3EED-DF5B-3F30F7D13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835" y="2541168"/>
            <a:ext cx="4811332" cy="32195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funds where portfolio managers actively make decisions on buying/selling securities to outperform a benchmark index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Fees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Outperformance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Risk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69BC2C-7414-5189-BCFB-25B2496C3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7376" y="1847087"/>
            <a:ext cx="4575600" cy="460800"/>
          </a:xfr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Fund - Vanguard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262FDD-7D83-9803-9917-D21AA9798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7374" y="2541168"/>
            <a:ext cx="4813200" cy="3218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funds designed to replicate the performance of a specific market index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Fees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Returns</a:t>
            </a:r>
          </a:p>
          <a:p>
            <a:pPr>
              <a:buClrTx/>
              <a:buSzPct val="85000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Risk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6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5F53-9D0C-CB8A-904B-E4233FC2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9493"/>
            <a:ext cx="10353762" cy="97045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Framework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1317-9023-0EAF-ABD8-18D176EC5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590" y="2515956"/>
            <a:ext cx="10964261" cy="39825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the performance and risks of actively managed funds vs. benchmark index funds, we will use the following key metrics: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Annualized Returns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Ratios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Allocation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Performance Over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6EC79-E625-8D37-533F-B2B7EB3D4394}"/>
              </a:ext>
            </a:extLst>
          </p:cNvPr>
          <p:cNvSpPr txBox="1"/>
          <p:nvPr/>
        </p:nvSpPr>
        <p:spPr>
          <a:xfrm>
            <a:off x="1052590" y="1807157"/>
            <a:ext cx="3690859" cy="49244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for Comparison</a:t>
            </a:r>
          </a:p>
        </p:txBody>
      </p:sp>
    </p:spTree>
    <p:extLst>
      <p:ext uri="{BB962C8B-B14F-4D97-AF65-F5344CB8AC3E}">
        <p14:creationId xmlns:p14="http://schemas.microsoft.com/office/powerpoint/2010/main" val="115500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52311B-CB81-7492-EE63-0B094457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243839"/>
            <a:ext cx="11830050" cy="643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4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CC83-6A81-5C33-9BB8-EFDB7ECFC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33" y="263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Vanguard (VOO)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A093-8477-689B-6C9A-6DF35876D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passive strategy fund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investment $1 require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lock in period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is to replicate benchmark return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06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BF82-07A1-8CEB-1ADD-3465880C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95" y="790575"/>
            <a:ext cx="11887805" cy="970450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Fidelity Contrafund (FCNTX)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A84EC-7899-C0D8-AA02-162DCB0D9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008674"/>
            <a:ext cx="10353762" cy="4058751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en-IN" sz="1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active strategy fund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minimum investment require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lock in period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 is to beat benchmark return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02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4693-3A13-64C9-BABD-B39EC79B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Active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7AE02-FBF3-7E5E-5BE4-2B5313594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Dividing portfolio across various assets</a:t>
            </a:r>
            <a:endParaRPr lang="en-IN" sz="2200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accounts for 90% of total portfolio return</a:t>
            </a:r>
          </a:p>
          <a:p>
            <a:pPr marL="0" indent="0">
              <a:buNone/>
            </a:pP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individual securities within sectors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513FA-5DC8-4B0E-2B5C-CB6CC1C9967C}"/>
              </a:ext>
            </a:extLst>
          </p:cNvPr>
          <p:cNvSpPr txBox="1"/>
          <p:nvPr/>
        </p:nvSpPr>
        <p:spPr>
          <a:xfrm>
            <a:off x="1062115" y="2131166"/>
            <a:ext cx="2671685" cy="49244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Allocation :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17DFC-FC9B-AA30-1FFB-2B29C18522BE}"/>
              </a:ext>
            </a:extLst>
          </p:cNvPr>
          <p:cNvSpPr txBox="1"/>
          <p:nvPr/>
        </p:nvSpPr>
        <p:spPr>
          <a:xfrm>
            <a:off x="1062115" y="3948853"/>
            <a:ext cx="2919336" cy="49244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Selection :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43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775A-23B6-FFC5-B851-D103F2E7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225"/>
            <a:ext cx="10353762" cy="97045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Allocation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7A76245-F42A-EED0-2D6D-EA66F9AD0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25" y="1457326"/>
            <a:ext cx="11782425" cy="5210174"/>
          </a:xfr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FAC3AE3-8F20-5AD3-EC2A-EEB78E63591D}"/>
              </a:ext>
            </a:extLst>
          </p:cNvPr>
          <p:cNvCxnSpPr>
            <a:cxnSpLocks/>
          </p:cNvCxnSpPr>
          <p:nvPr/>
        </p:nvCxnSpPr>
        <p:spPr>
          <a:xfrm flipH="1">
            <a:off x="4206240" y="2130552"/>
            <a:ext cx="246888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0514DA-7208-5843-DF3F-4222EBC78864}"/>
              </a:ext>
            </a:extLst>
          </p:cNvPr>
          <p:cNvCxnSpPr>
            <a:cxnSpLocks/>
          </p:cNvCxnSpPr>
          <p:nvPr/>
        </p:nvCxnSpPr>
        <p:spPr>
          <a:xfrm flipH="1">
            <a:off x="9086088" y="2401824"/>
            <a:ext cx="246888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5EF6C5F-9C9A-067A-5842-256364C1AE7E}"/>
              </a:ext>
            </a:extLst>
          </p:cNvPr>
          <p:cNvSpPr/>
          <p:nvPr/>
        </p:nvSpPr>
        <p:spPr>
          <a:xfrm>
            <a:off x="10022967" y="2433828"/>
            <a:ext cx="1435608" cy="19202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034B3-C428-A6AF-8694-0D1947C5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045" y="323850"/>
            <a:ext cx="10353762" cy="97045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3855E-F22A-E3FE-3076-F5CDB938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8" y="1294300"/>
            <a:ext cx="11954563" cy="5325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38DAA0-B0DC-A232-65E1-C73EE30C099C}"/>
              </a:ext>
            </a:extLst>
          </p:cNvPr>
          <p:cNvSpPr txBox="1"/>
          <p:nvPr/>
        </p:nvSpPr>
        <p:spPr>
          <a:xfrm>
            <a:off x="2533306" y="4116322"/>
            <a:ext cx="714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VOO</a:t>
            </a:r>
            <a:endParaRPr lang="en-IN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33324-967C-16CF-21EE-7DEF3396043E}"/>
              </a:ext>
            </a:extLst>
          </p:cNvPr>
          <p:cNvSpPr txBox="1"/>
          <p:nvPr/>
        </p:nvSpPr>
        <p:spPr>
          <a:xfrm>
            <a:off x="7119174" y="4116321"/>
            <a:ext cx="904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FCNTX</a:t>
            </a:r>
            <a:endParaRPr lang="en-IN" sz="1200" b="1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E17799-E41A-13B7-D7C0-DD5254FA79FB}"/>
              </a:ext>
            </a:extLst>
          </p:cNvPr>
          <p:cNvCxnSpPr>
            <a:cxnSpLocks/>
          </p:cNvCxnSpPr>
          <p:nvPr/>
        </p:nvCxnSpPr>
        <p:spPr>
          <a:xfrm>
            <a:off x="1783080" y="2112264"/>
            <a:ext cx="320040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EC7EE1-983D-57D1-47BA-000126BE351B}"/>
              </a:ext>
            </a:extLst>
          </p:cNvPr>
          <p:cNvCxnSpPr>
            <a:cxnSpLocks/>
          </p:cNvCxnSpPr>
          <p:nvPr/>
        </p:nvCxnSpPr>
        <p:spPr>
          <a:xfrm flipV="1">
            <a:off x="6858000" y="6199632"/>
            <a:ext cx="155448" cy="334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3DFBEE3-3FFF-F60F-F811-B42EDE4471E2}"/>
              </a:ext>
            </a:extLst>
          </p:cNvPr>
          <p:cNvSpPr/>
          <p:nvPr/>
        </p:nvSpPr>
        <p:spPr>
          <a:xfrm>
            <a:off x="9592056" y="4937760"/>
            <a:ext cx="1435608" cy="19202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42F634-F039-7F7B-4032-77F27869D5A5}"/>
              </a:ext>
            </a:extLst>
          </p:cNvPr>
          <p:cNvSpPr/>
          <p:nvPr/>
        </p:nvSpPr>
        <p:spPr>
          <a:xfrm>
            <a:off x="9561576" y="2426418"/>
            <a:ext cx="1435608" cy="19202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B44CF4-39C3-3773-88A2-E5C5BEAE8370}"/>
              </a:ext>
            </a:extLst>
          </p:cNvPr>
          <p:cNvSpPr/>
          <p:nvPr/>
        </p:nvSpPr>
        <p:spPr>
          <a:xfrm>
            <a:off x="9656064" y="4727448"/>
            <a:ext cx="1435608" cy="192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1ABE4F-3ED5-BAED-CF2A-5E0F23987B68}"/>
              </a:ext>
            </a:extLst>
          </p:cNvPr>
          <p:cNvSpPr/>
          <p:nvPr/>
        </p:nvSpPr>
        <p:spPr>
          <a:xfrm>
            <a:off x="9656063" y="2794406"/>
            <a:ext cx="1706743" cy="192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40247C-9068-AF7D-04DB-36F5FC8A402B}"/>
              </a:ext>
            </a:extLst>
          </p:cNvPr>
          <p:cNvCxnSpPr>
            <a:cxnSpLocks/>
          </p:cNvCxnSpPr>
          <p:nvPr/>
        </p:nvCxnSpPr>
        <p:spPr>
          <a:xfrm>
            <a:off x="810906" y="2890418"/>
            <a:ext cx="320040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B2CFEC-23D5-6487-EDD1-07A7FF0C26F6}"/>
              </a:ext>
            </a:extLst>
          </p:cNvPr>
          <p:cNvCxnSpPr>
            <a:cxnSpLocks/>
          </p:cNvCxnSpPr>
          <p:nvPr/>
        </p:nvCxnSpPr>
        <p:spPr>
          <a:xfrm flipV="1">
            <a:off x="6095999" y="5943600"/>
            <a:ext cx="362721" cy="502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1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196171-7944-2A08-60AB-F77382310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56" y="209551"/>
            <a:ext cx="11782044" cy="6467474"/>
          </a:xfrm>
        </p:spPr>
      </p:pic>
    </p:spTree>
    <p:extLst>
      <p:ext uri="{BB962C8B-B14F-4D97-AF65-F5344CB8AC3E}">
        <p14:creationId xmlns:p14="http://schemas.microsoft.com/office/powerpoint/2010/main" val="212594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2CE2-9EC9-E9B2-2162-B3F1E6B7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428624"/>
            <a:ext cx="11353541" cy="136207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to be Considered  Before Selecting Fund?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0EFB-68BB-5E33-1261-0B1E87609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980099"/>
            <a:ext cx="10353762" cy="3213693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Objective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Appetite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Ratio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Cost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Horizon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Expertise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98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2E91-304B-2FC1-CC20-C17C030A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962025"/>
            <a:ext cx="11553825" cy="970450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Passive Strategies Always Mimic the Performance of Benchmark?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F330-E280-5120-FD86-79BC9032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95" y="2561124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Tracking Error 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 for Tracking Error: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cost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fee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Rebalancing delay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5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9F4E-9005-5694-4B1A-6D5622FE4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64" y="893825"/>
            <a:ext cx="10935305" cy="970450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Performance Metrics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799F59-AE61-D36C-DAC6-019DD6DD4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77043"/>
              </p:ext>
            </p:extLst>
          </p:nvPr>
        </p:nvGraphicFramePr>
        <p:xfrm>
          <a:off x="2068563" y="2578100"/>
          <a:ext cx="8777853" cy="457200"/>
        </p:xfrm>
        <a:graphic>
          <a:graphicData uri="http://schemas.openxmlformats.org/drawingml/2006/table">
            <a:tbl>
              <a:tblPr/>
              <a:tblGrid>
                <a:gridCol w="3084462">
                  <a:extLst>
                    <a:ext uri="{9D8B030D-6E8A-4147-A177-3AD203B41FA5}">
                      <a16:colId xmlns:a16="http://schemas.microsoft.com/office/drawing/2014/main" val="1170586485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28842032"/>
                    </a:ext>
                  </a:extLst>
                </a:gridCol>
                <a:gridCol w="2845416">
                  <a:extLst>
                    <a:ext uri="{9D8B030D-6E8A-4147-A177-3AD203B41FA5}">
                      <a16:colId xmlns:a16="http://schemas.microsoft.com/office/drawing/2014/main" val="3558833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70000"/>
                        <a:buFont typeface="Wingdings 2" charset="2"/>
                        <a:buNone/>
                      </a:pPr>
                      <a:r>
                        <a:rPr lang="en-IN" sz="24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70000"/>
                        <a:buFont typeface="Wingdings 2" charset="2"/>
                        <a:buNone/>
                      </a:pPr>
                      <a:r>
                        <a:rPr lang="en-IN" sz="24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70000"/>
                        <a:buFont typeface="Wingdings 2" charset="2"/>
                        <a:buNone/>
                      </a:pPr>
                      <a:r>
                        <a:rPr lang="en-IN" sz="24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9635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402E89-2B35-AF3E-ACBC-863C5280D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704031"/>
              </p:ext>
            </p:extLst>
          </p:nvPr>
        </p:nvGraphicFramePr>
        <p:xfrm>
          <a:off x="2068564" y="3035300"/>
          <a:ext cx="8777853" cy="457200"/>
        </p:xfrm>
        <a:graphic>
          <a:graphicData uri="http://schemas.openxmlformats.org/drawingml/2006/table">
            <a:tbl>
              <a:tblPr/>
              <a:tblGrid>
                <a:gridCol w="3074936">
                  <a:extLst>
                    <a:ext uri="{9D8B030D-6E8A-4147-A177-3AD203B41FA5}">
                      <a16:colId xmlns:a16="http://schemas.microsoft.com/office/drawing/2014/main" val="1290403912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1618663064"/>
                    </a:ext>
                  </a:extLst>
                </a:gridCol>
                <a:gridCol w="2854942">
                  <a:extLst>
                    <a:ext uri="{9D8B030D-6E8A-4147-A177-3AD203B41FA5}">
                      <a16:colId xmlns:a16="http://schemas.microsoft.com/office/drawing/2014/main" val="2931731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Sharpe Ratio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For Passive Funds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1.51%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9831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9B4BF2-B825-45B7-1FE4-B70728DFA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294076"/>
              </p:ext>
            </p:extLst>
          </p:nvPr>
        </p:nvGraphicFramePr>
        <p:xfrm>
          <a:off x="2068565" y="3492500"/>
          <a:ext cx="8777853" cy="457200"/>
        </p:xfrm>
        <a:graphic>
          <a:graphicData uri="http://schemas.openxmlformats.org/drawingml/2006/table">
            <a:tbl>
              <a:tblPr/>
              <a:tblGrid>
                <a:gridCol w="3055885">
                  <a:extLst>
                    <a:ext uri="{9D8B030D-6E8A-4147-A177-3AD203B41FA5}">
                      <a16:colId xmlns:a16="http://schemas.microsoft.com/office/drawing/2014/main" val="325902993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72933711"/>
                    </a:ext>
                  </a:extLst>
                </a:gridCol>
                <a:gridCol w="2864468">
                  <a:extLst>
                    <a:ext uri="{9D8B030D-6E8A-4147-A177-3AD203B41FA5}">
                      <a16:colId xmlns:a16="http://schemas.microsoft.com/office/drawing/2014/main" val="4041537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Ratio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Active Funds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3.60%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05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40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C0175F05-BB2E-C86C-1420-B79B205481DC}"/>
              </a:ext>
            </a:extLst>
          </p:cNvPr>
          <p:cNvSpPr txBox="1"/>
          <p:nvPr/>
        </p:nvSpPr>
        <p:spPr>
          <a:xfrm>
            <a:off x="10648950" y="6381752"/>
            <a:ext cx="2867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9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IN" sz="2000" b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hlinkClick r:id="rId4"/>
              </a:rPr>
              <a:t>Click Here</a:t>
            </a:r>
            <a:endParaRPr lang="en-IN" sz="20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1728B-93FF-D3F4-F47E-1FD2071D8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0496"/>
            <a:ext cx="12192000" cy="599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71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426738-49FE-88F7-79BE-664159C2E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708"/>
            <a:ext cx="12192000" cy="601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80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DAB2-7187-8C99-0BBB-72012E4D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02BF-7308-C7A2-E3C6-273F0BCD5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27724"/>
            <a:ext cx="10353762" cy="4058751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Webbrowser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Threading, Dash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Ticker Analysis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and Pie Chart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Sector-Wise Returns Analysis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Creation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878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8BA6-748F-DE45-D47C-1DCD952F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4F08-FC42-AF1C-4F9F-4CB0D7968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5" y="1941999"/>
            <a:ext cx="10353762" cy="4058751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 year,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 fund beating the benchmark and generating 5.11% of active return</a:t>
            </a:r>
          </a:p>
          <a:p>
            <a:pPr indent="-34290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10 year,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fund is not beating the benchmark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manager is bad at asset allocation but good at security selections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profit after expense ratio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Vanguard: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30.83%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35.58%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is higher than SR which shows, active manager is better than passive manager</a:t>
            </a:r>
          </a:p>
        </p:txBody>
      </p:sp>
    </p:spTree>
    <p:extLst>
      <p:ext uri="{BB962C8B-B14F-4D97-AF65-F5344CB8AC3E}">
        <p14:creationId xmlns:p14="http://schemas.microsoft.com/office/powerpoint/2010/main" val="283444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ate">
    <a:dk1>
      <a:sysClr val="windowText" lastClr="000000"/>
    </a:dk1>
    <a:lt1>
      <a:sysClr val="window" lastClr="FFFFFF"/>
    </a:lt1>
    <a:dk2>
      <a:srgbClr val="212123"/>
    </a:dk2>
    <a:lt2>
      <a:srgbClr val="DADADA"/>
    </a:lt2>
    <a:accent1>
      <a:srgbClr val="BC451B"/>
    </a:accent1>
    <a:accent2>
      <a:srgbClr val="D3BA68"/>
    </a:accent2>
    <a:accent3>
      <a:srgbClr val="BB8640"/>
    </a:accent3>
    <a:accent4>
      <a:srgbClr val="AD9277"/>
    </a:accent4>
    <a:accent5>
      <a:srgbClr val="A55A43"/>
    </a:accent5>
    <a:accent6>
      <a:srgbClr val="AD9D7B"/>
    </a:accent6>
    <a:hlink>
      <a:srgbClr val="E98052"/>
    </a:hlink>
    <a:folHlink>
      <a:srgbClr val="F4B6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387</Words>
  <Application>Microsoft Office PowerPoint</Application>
  <PresentationFormat>Widescreen</PresentationFormat>
  <Paragraphs>94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Calisto MT</vt:lpstr>
      <vt:lpstr>Times New Roman</vt:lpstr>
      <vt:lpstr>Wingdings 2</vt:lpstr>
      <vt:lpstr>Slate</vt:lpstr>
      <vt:lpstr>Comparative Analysis Of Actively Managed Funds vs Benchmark Index Performance</vt:lpstr>
      <vt:lpstr>Introduction</vt:lpstr>
      <vt:lpstr>Comparison Framework</vt:lpstr>
      <vt:lpstr>PowerPoint Presentation</vt:lpstr>
      <vt:lpstr>Overview of Vanguard (VOO)</vt:lpstr>
      <vt:lpstr>Overview of Fidelity Contrafund (FCNTX)</vt:lpstr>
      <vt:lpstr>Sources of Active Return</vt:lpstr>
      <vt:lpstr>Asset Allocation </vt:lpstr>
      <vt:lpstr>Security Selection</vt:lpstr>
      <vt:lpstr>PowerPoint Presentation</vt:lpstr>
      <vt:lpstr>Factors to be Considered  Before Selecting Fund?</vt:lpstr>
      <vt:lpstr>Do Passive Strategies Always Mimic the Performance of Benchmark?</vt:lpstr>
      <vt:lpstr>Risk-Adjusted Performance Metrics</vt:lpstr>
      <vt:lpstr>PowerPoint Presentation</vt:lpstr>
      <vt:lpstr>PowerPoint Presentation</vt:lpstr>
      <vt:lpstr>Methodology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Saloni Dedhia</cp:lastModifiedBy>
  <cp:revision>7</cp:revision>
  <dcterms:modified xsi:type="dcterms:W3CDTF">2026-03-09T22:13:57Z</dcterms:modified>
</cp:coreProperties>
</file>